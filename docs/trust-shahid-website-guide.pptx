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ウェブサイトご利用ガイド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Visitor Guide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Shahid Co., Ltd.  ｜  トラストシャヒード株式会社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サイトのアドレス / Website address</a:t>
            </a:r>
            <a:endParaRPr lang="en-US" sz="1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D9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https://trust-shahid-website.hsushunlailaiphyo.workers.dev/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このガイドでは、サイトの開き方から言語の切り替え、お問い合わせまでを5つのステップでご案内します。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guide walks you through the site in five simple steps.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869680" y="173736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</p:spPr>
      </p:sp>
      <p:pic>
        <p:nvPicPr>
          <p:cNvPr id="8" name="Image 0" descr="/tmp/claude-0/-home-user-2026-0813/2dc2118f-fed2-5fea-87eb-a7ca600fbf2f/scratchpad/shots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965960"/>
            <a:ext cx="2194560" cy="2194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0" y="4206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スマホで読み取り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open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サイトを開く</a:t>
            </a:r>
            <a:endParaRPr lang="en-US" sz="2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Open the website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ブラウザを起動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Chrome、Safari、Edge など、普段お使いのブラウザで大丈夫です。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any browser — Chrome, Safari, Edge…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アドレスを入力（またはリンクをタップ）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画面上部のアドレス欄に下のURLを入力して Enter。メール等で受け取ったリンクはそのままタップでOK。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the URL below into the address bar and press Enter — or just tap the link if you received one.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QRコードでも開けます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スマホのカメラを右下のQRコードに向けるだけです。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simply point your phone camera at the QR code.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475488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EEF2F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7548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https://trust-shahid-website.hsushunlailaiphyo.workers.dev/</a:t>
            </a:r>
            <a:endParaRPr lang="en-US" sz="1250" dirty="0"/>
          </a:p>
        </p:txBody>
      </p:sp>
      <p:pic>
        <p:nvPicPr>
          <p:cNvPr id="8" name="Image 0" descr="/tmp/claude-0/-home-user-2026-0813/2dc2118f-fed2-5fea-87eb-a7ca600fbf2f/scratchpad/shots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715000"/>
            <a:ext cx="777240" cy="777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5943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スマホ用 / for phones</a:t>
            </a:r>
            <a:endParaRPr lang="en-US" sz="1000" dirty="0"/>
          </a:p>
        </p:txBody>
      </p:sp>
      <p:pic>
        <p:nvPicPr>
          <p:cNvPr id="10" name="Image 1" descr="/tmp/claude-0/-home-user-2026-0813/2dc2118f-fed2-5fea-87eb-a7ca600fbf2f/scratchpad/shots/01-hero-j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309360" cy="405993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pic>
      <p:sp>
        <p:nvSpPr>
          <p:cNvPr id="11" name="Text 7"/>
          <p:cNvSpPr/>
          <p:nvPr/>
        </p:nvSpPr>
        <p:spPr>
          <a:xfrm>
            <a:off x="5440680" y="57607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開くとこの画面が表示されます / This is the first screen you will see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Shahid — Website Guide   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言語を切り替える（日本語 ⇄ 英語）</a:t>
            </a:r>
            <a:endParaRPr lang="en-US" sz="2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Switch language (JP ⇄ EN)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画面右上に「日本語｜EN」のボタンがあります。クリック（タップ）するだけで、サイト全体の言語がすぐに切り替わります。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The「日本語｜EN」switch sits at the top-right of every page. One click changes the whole site instantly.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2514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日本語表示のとき / Japanese view</a:t>
            </a:r>
            <a:endParaRPr lang="en-US" sz="1150" dirty="0"/>
          </a:p>
        </p:txBody>
      </p:sp>
      <p:pic>
        <p:nvPicPr>
          <p:cNvPr id="7" name="Image 0" descr="/tmp/claude-0/-home-user-2026-0813/2dc2118f-fed2-5fea-87eb-a7ca600fbf2f/scratchpad/shots/02-header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834640"/>
            <a:ext cx="11064240" cy="56901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888888">
                <a:alpha val="30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9268620" y="2788920"/>
            <a:ext cx="1216152" cy="660458"/>
          </a:xfrm>
          <a:prstGeom prst="roundRect">
            <a:avLst>
              <a:gd name="adj" fmla="val 8307"/>
            </a:avLst>
          </a:prstGeom>
          <a:ln w="31750">
            <a:solidFill>
              <a:srgbClr val="D99A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3794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「EN」を押すと英語に / After tapping "EN" — English view</a:t>
            </a:r>
            <a:endParaRPr lang="en-US" sz="1150" dirty="0"/>
          </a:p>
        </p:txBody>
      </p:sp>
      <p:pic>
        <p:nvPicPr>
          <p:cNvPr id="10" name="Image 1" descr="/tmp/claude-0/-home-user-2026-0813/2dc2118f-fed2-5fea-87eb-a7ca600fbf2f/scratchpad/shots/03-header-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114800"/>
            <a:ext cx="11064240" cy="56901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888888">
                <a:alpha val="30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9268620" y="4069080"/>
            <a:ext cx="1216152" cy="660458"/>
          </a:xfrm>
          <a:prstGeom prst="roundRect">
            <a:avLst>
              <a:gd name="adj" fmla="val 8307"/>
            </a:avLst>
          </a:prstGeom>
          <a:ln w="31750">
            <a:solidFill>
              <a:srgbClr val="D99A2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66928" y="5166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EF2F9"/>
          </a:solidFill>
          <a:ln/>
        </p:spPr>
      </p:sp>
      <p:sp>
        <p:nvSpPr>
          <p:cNvPr id="13" name="Text 9"/>
          <p:cNvSpPr/>
          <p:nvPr/>
        </p:nvSpPr>
        <p:spPr>
          <a:xfrm>
            <a:off x="841248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選んだ言語は記憶されるので、次に開いたときも同じ言語で表示されます。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choice is remembered — the site opens in the same language next time.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Shahid — Website Guide   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メニューから各セクションへ</a:t>
            </a:r>
            <a:endParaRPr lang="en-US" sz="2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Explore the sections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201168" cy="20116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36192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会社概要 / About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組織の成り立ちと役割 · Who we are and our mission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542032"/>
            <a:ext cx="201168" cy="20116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774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職種 / Sectors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介護・建設製造・ITの3分野 · The three focus sectors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383280"/>
            <a:ext cx="201168" cy="20116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1868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プロセス / Process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募集から定着支援まで6ステップ · The 6-step sending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4224528"/>
            <a:ext cx="201168" cy="20116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5993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受入企業様へ / For Partners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監理団体・登録支援機関・企業の皆様向け · For receiving organizations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5065776"/>
            <a:ext cx="201168" cy="201168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90118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 / Contact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ご相談・ご質問フォーム · The inquiry form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5897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ページ上部のメニューを押すと、その場所まで自動でスクロールします。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menu item and the page scrolls there for you.</a:t>
            </a:r>
            <a:endParaRPr lang="en-US" sz="1050" dirty="0"/>
          </a:p>
        </p:txBody>
      </p:sp>
      <p:pic>
        <p:nvPicPr>
          <p:cNvPr id="16" name="Image 0" descr="/tmp/claude-0/-home-user-2026-0813/2dc2118f-fed2-5fea-87eb-a7ca600fbf2f/scratchpad/shots/05-sectors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00200"/>
            <a:ext cx="6309360" cy="405993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5440680" y="57607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例：「職種」セクション / Example: the Sectors section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Shahid — Website Guide   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スマートフォンでも快適に</a:t>
            </a:r>
            <a:endParaRPr lang="en-US" sz="2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On smartphones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92024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サイトはスマホ・タブレット・パソコンのどれでも見やすく表示されます。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10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site adapts automatically to phones, tablets, and PCs.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スマホではメニューが右上の「≡」ボタンにまとまります。タップするとメニューが開きます。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phone, the menu folds into the "≡" button at the top-right — tap it to open.</a:t>
            </a:r>
            <a:endParaRPr lang="en-US" sz="1300" dirty="0"/>
          </a:p>
        </p:txBody>
      </p:sp>
      <p:pic>
        <p:nvPicPr>
          <p:cNvPr id="6" name="Image 0" descr="/tmp/claude-0/-home-user-2026-0813/2dc2118f-fed2-5fea-87eb-a7ca600fbf2f/scratchpad/shots/09-mobile-hero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63040"/>
            <a:ext cx="224028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pic>
      <p:pic>
        <p:nvPicPr>
          <p:cNvPr id="7" name="Image 1" descr="/tmp/claude-0/-home-user-2026-0813/2dc2118f-fed2-5fea-87eb-a7ca600fbf2f/scratchpad/shots/10-mobile-menu-j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463040"/>
            <a:ext cx="2240280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6035040" y="6035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トップ画面 / Home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8778240" y="6035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メニューを開いた状態 / Menu open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Shahid — Website Guide   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お問い合わせフォームの使い方</a:t>
            </a:r>
            <a:endParaRPr lang="en-US" sz="2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Using the contact 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入力する項目 / What to fill in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お名前 / Name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貴社名・団体名 / Company or organization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ご所属の種別（監理団体・登録支援機関・企業・その他）/ Organization type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メールアドレス / Email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お電話番号（任意）/ Phone (optional)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お問い合わせ内容 / Your message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入力して「送信する」を押すと、受付メッセージが表示されます。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the fields and press "送信する / Send message" — a confirmation appears.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557784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BF3E2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577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現在はサンプルサイトのため、フォームの内容は実際には送信されません。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62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This is a sample site — the form does not actually send yet.</a:t>
            </a:r>
            <a:endParaRPr lang="en-US" sz="1000" dirty="0"/>
          </a:p>
        </p:txBody>
      </p:sp>
      <p:pic>
        <p:nvPicPr>
          <p:cNvPr id="8" name="Image 0" descr="/tmp/claude-0/-home-user-2026-0813/2dc2118f-fed2-5fea-87eb-a7ca600fbf2f/scratchpad/shots/07-form-filled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00200"/>
            <a:ext cx="5852160" cy="375818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5806440" y="54406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記入例 / Example of a completed form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Shahid — Website Guide   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さっそくアクセス！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the site now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7223760" cy="868680"/>
          </a:xfrm>
          <a:prstGeom prst="roundRect">
            <a:avLst>
              <a:gd name="adj" fmla="val 10526"/>
            </a:avLst>
          </a:prstGeom>
          <a:solidFill>
            <a:srgbClr val="223163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2860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https://trust-shahid-website.hsushunlailaiphyo.workers.dev/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7223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うまく開けないときは / Troubleshooting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アドレスの入力ミスがないか確認（コピー&amp;ペーストが確実です）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address for typos — copy &amp; paste is safest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インターネット接続を確認 / Check your internet connection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表示が崩れたら再読み込み（Ctrl+R / 引っ張って更新）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page looks odd, reload it (Ctrl+R, or pull down on mobile)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共有はこのリンクをそのまま送るだけでOKです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share the site, just send this link as-is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869680" y="173736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</p:spPr>
      </p:sp>
      <p:pic>
        <p:nvPicPr>
          <p:cNvPr id="8" name="Image 0" descr="/tmp/claude-0/-home-user-2026-0813/2dc2118f-fed2-5fea-87eb-a7ca600fbf2f/scratchpad/shots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965960"/>
            <a:ext cx="2194560" cy="2194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0" y="4206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スマホで読み取り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open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Shahid Co., Ltd. — Website Visitor Guide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2026-08-18T04:09:53Z</dcterms:created>
  <dcterms:modified xsi:type="dcterms:W3CDTF">2026-08-18T04:09:53Z</dcterms:modified>
</cp:coreProperties>
</file>